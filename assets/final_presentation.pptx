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147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274320" cy="274320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640080"/>
            <a:ext cx="164592" cy="164592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560320"/>
            <a:ext cx="128016" cy="128016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3291840"/>
            <a:ext cx="201168" cy="201168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914400"/>
            <a:ext cx="237744" cy="237744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2286000"/>
            <a:ext cx="146304" cy="146304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3474720"/>
            <a:ext cx="182880" cy="182880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274320"/>
            <a:ext cx="137160" cy="137160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234440"/>
            <a:ext cx="1234440" cy="228600"/>
          </a:xfrm>
          <a:prstGeom prst="line">
            <a:avLst/>
          </a:prstGeom>
          <a:noFill/>
          <a:ln w="9525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234440"/>
            <a:ext cx="338328" cy="137160"/>
          </a:xfrm>
          <a:prstGeom prst="line">
            <a:avLst/>
          </a:prstGeom>
          <a:noFill/>
          <a:ln w="9525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31352" y="1033272"/>
            <a:ext cx="8851392" cy="73152"/>
          </a:xfrm>
          <a:prstGeom prst="line">
            <a:avLst/>
          </a:prstGeom>
          <a:noFill/>
          <a:ln w="9525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31352" y="1033272"/>
            <a:ext cx="8138160" cy="91440"/>
          </a:xfrm>
          <a:prstGeom prst="line">
            <a:avLst/>
          </a:prstGeom>
          <a:noFill/>
          <a:ln w="9525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320040"/>
            <a:ext cx="2011680" cy="685800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320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90%+ of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ML systems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12801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major AI system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71600" y="20116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runs on graph embeddings.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097280" y="29718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what if they're quietly losing the information that matters most?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88720" y="3931920"/>
            <a:ext cx="210312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9319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Networks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11880" y="3931920"/>
            <a:ext cx="210312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39319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3931920"/>
            <a:ext cx="210312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9319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Rakshitha Gurudatt Kagal  ·  UIN: 337002110  ·  CSCE 676  ·  Texas A&amp;M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Nodes have jobs.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 your embedding remember them?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06040" cy="3154680"/>
          </a:xfrm>
          <a:prstGeom prst="rect">
            <a:avLst/>
          </a:prstGeom>
          <a:solidFill>
            <a:srgbClr val="080E1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2606040" cy="502920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7190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 HUB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7512" y="23317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connectors.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degree.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nodes that keep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talking.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06040" cy="3154680"/>
          </a:xfrm>
          <a:prstGeom prst="rect">
            <a:avLst/>
          </a:prstGeom>
          <a:solidFill>
            <a:srgbClr val="080E1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691640"/>
            <a:ext cx="2606040" cy="50292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17190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⇌  BRIDGE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02152" y="23317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gatekeepers.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betweenness.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 nodes linking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communities.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2606040" cy="3154680"/>
          </a:xfrm>
          <a:prstGeom prst="rect">
            <a:avLst/>
          </a:prstGeom>
          <a:solidFill>
            <a:srgbClr val="080E1A"/>
          </a:solidFill>
          <a:ln w="19050">
            <a:solidFill>
              <a:srgbClr val="7B93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691640"/>
            <a:ext cx="2606040" cy="502920"/>
          </a:xfrm>
          <a:prstGeom prst="rect">
            <a:avLst/>
          </a:prstGeom>
          <a:solidFill>
            <a:srgbClr val="7B93A8">
              <a:alpha val="80000"/>
            </a:srgbClr>
          </a:solidFill>
          <a:ln w="12700">
            <a:solidFill>
              <a:srgbClr val="7B9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17190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○  PERIPHERAL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36792" y="23317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25% degree.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1,031 nodes barely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anyone.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526280"/>
            <a:ext cx="8138160" cy="4754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5262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embedding can't tell a hub from a peripheral node — it's not a faithful representation.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Dataset. Two Methods. One Test.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926080" cy="3886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789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SNAP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Facebook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4,039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2944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310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88,234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36027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9684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connected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4261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2926080"/>
            <a:ext cx="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960120"/>
            <a:ext cx="4709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69080" y="960120"/>
            <a:ext cx="141732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9601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VIEW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0" y="137160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Spectral Embedding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06240" y="18288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Eigenvectors of the adjacency matrix.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whole graph structure at once.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69080" y="2926080"/>
            <a:ext cx="4709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69080" y="2926080"/>
            <a:ext cx="141732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2926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WALKS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0" y="333756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node2vec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06240" y="37947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walks through the neighborhood.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who you're near — not who you are.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46220" y="266547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Result Will Surprise You.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13816"/>
            <a:ext cx="4023360" cy="3931920"/>
          </a:xfrm>
          <a:prstGeom prst="rect">
            <a:avLst/>
          </a:prstGeom>
          <a:solidFill>
            <a:srgbClr val="0A2E1E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241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SPECTRAL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0.403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6334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Silhouette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3474720" cy="0"/>
          </a:xfrm>
          <a:prstGeom prst="line">
            <a:avLst/>
          </a:prstGeom>
          <a:noFill/>
          <a:ln w="9525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54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of nearest neighbors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same role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858768"/>
            <a:ext cx="3474720" cy="411480"/>
          </a:xfrm>
          <a:prstGeom prst="rect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587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Preserves structural roles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820166"/>
            <a:ext cx="4023360" cy="3931920"/>
          </a:xfrm>
          <a:prstGeom prst="rect">
            <a:avLst/>
          </a:prstGeom>
          <a:solidFill>
            <a:srgbClr val="2A0A0E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241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NODE2VEC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0.023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937760" y="26334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Silhouette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3063240"/>
            <a:ext cx="3474720" cy="0"/>
          </a:xfrm>
          <a:prstGeom prst="line">
            <a:avLst/>
          </a:prstGeom>
          <a:noFill/>
          <a:ln w="9525">
            <a:solidFill>
              <a:srgbClr val="E63946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154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misclassified 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nodes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3858768"/>
            <a:ext cx="3474720" cy="411480"/>
          </a:xfrm>
          <a:prstGeom prst="rect">
            <a:avLst/>
          </a:prstGeom>
          <a:solidFill>
            <a:srgbClr val="E63946">
              <a:alpha val="2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8587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Roles completely mixed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51960" y="220091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" y="476097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17× gap in role preservation  ·  node2vec is blind to structural function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Opportunity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960120"/>
          </a:xfrm>
          <a:prstGeom prst="rect">
            <a:avLst/>
          </a:prstGeom>
          <a:solidFill>
            <a:srgbClr val="00B4D8">
              <a:alpha val="8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similarity ≠ Structural role.</a:t>
            </a:r>
            <a:r>
              <a:rPr lang="en-US" sz="15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industry has been optimizing for the wrong thing.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2121408"/>
            <a:ext cx="54864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8992" y="205740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deployed embedding methods are structurally blind — causing silent failures in fraud detection, network analysis &amp; influence modeling.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78992" y="2862072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outperforms node2vec 17× on structural role preservation across 4,039 nodes and 88,234 real social connections.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3730752"/>
            <a:ext cx="548640" cy="5486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730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78992" y="3666744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embeddings designed from the ground up — where hubs, bridges &amp; peripherals are first-class citizens.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080E1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isn't whether embeddings lose information. It's whether we build better ones.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335</Words>
  <Application>Microsoft Office PowerPoint</Application>
  <PresentationFormat>On-screen Show (16:9)</PresentationFormat>
  <Paragraphs>76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Graph Embeddings Preserve Structural Roles?</dc:title>
  <dc:subject>PptxGenJS Presentation</dc:subject>
  <dc:creator>PptxGenJS</dc:creator>
  <cp:lastModifiedBy>Rakshitha Kagal</cp:lastModifiedBy>
  <cp:revision>5</cp:revision>
  <dcterms:created xsi:type="dcterms:W3CDTF">2026-04-21T02:26:28Z</dcterms:created>
  <dcterms:modified xsi:type="dcterms:W3CDTF">2026-04-21T04:06:22Z</dcterms:modified>
</cp:coreProperties>
</file>